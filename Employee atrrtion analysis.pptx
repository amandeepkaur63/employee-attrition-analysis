
<file path=[Content_Types].xml><?xml version="1.0" encoding="utf-8"?>
<Types xmlns="http://schemas.openxmlformats.org/package/2006/content-types">
  <Default Extension="6gwpZTBPLMb5vCCqd4oieeIxCF9MlsRnLwv3fezE93Q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5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5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1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6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4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8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30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3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6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26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FC37E-12B6-4249-923D-D2154D167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17FC1-6870-4F00-B26E-6ED03051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83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ishikeshkonapure/hr-analytics-predict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kmygraphic/art/ThankYou-607790933" TargetMode="External"/><Relationship Id="rId2" Type="http://schemas.openxmlformats.org/officeDocument/2006/relationships/image" Target="../media/image5.6gwpZTBPLMb5vCCqd4oieeIxCF9MlsRnLwv3fezE93Q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5F65-5D30-122A-6B15-0EDB1199F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ighlight>
                  <a:srgbClr val="00FF00"/>
                </a:highlight>
              </a:rPr>
              <a:t>Employee attrition Analysis</a:t>
            </a:r>
            <a:br>
              <a:rPr lang="en-US" dirty="0">
                <a:highlight>
                  <a:srgbClr val="00FF00"/>
                </a:highlight>
              </a:rPr>
            </a:br>
            <a:r>
              <a:rPr lang="en-US" dirty="0">
                <a:highlight>
                  <a:srgbClr val="00FF00"/>
                </a:highlight>
              </a:rPr>
              <a:t>Using excel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9637B-7A0C-FB64-BBAB-2BBB5A6D38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By:-</a:t>
            </a: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Amandeep Kaur</a:t>
            </a:r>
          </a:p>
        </p:txBody>
      </p:sp>
    </p:spTree>
    <p:extLst>
      <p:ext uri="{BB962C8B-B14F-4D97-AF65-F5344CB8AC3E}">
        <p14:creationId xmlns:p14="http://schemas.microsoft.com/office/powerpoint/2010/main" val="2423365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0F4AE-5639-1A58-AC84-1FD0D284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283A7-1978-75E0-BFCE-DD31CACCB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337187"/>
            <a:ext cx="10793361" cy="4839776"/>
          </a:xfrm>
        </p:spPr>
        <p:txBody>
          <a:bodyPr>
            <a:normAutofit/>
          </a:bodyPr>
          <a:lstStyle/>
          <a:p>
            <a:r>
              <a:rPr lang="en-US" sz="4400" dirty="0"/>
              <a:t>Employee attrition is a major challenge for organizations as it increases hiring costs, reduces productivity, and impacts team stability.</a:t>
            </a:r>
          </a:p>
          <a:p>
            <a:r>
              <a:rPr lang="en-US" sz="4400" dirty="0"/>
              <a:t>This project aims to analyze key factors influencing employee attrition.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30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FF47-BD41-EA47-65E2-524693AA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284B8-5EA5-A4EE-42EA-2FE49CF8E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sz="4400" dirty="0"/>
              <a:t>• To measure attrition patterns</a:t>
            </a:r>
            <a:br>
              <a:rPr lang="en-US" sz="4400" dirty="0"/>
            </a:br>
            <a:r>
              <a:rPr lang="en-US" sz="4400" dirty="0"/>
              <a:t>• To identify factors affecting attrition</a:t>
            </a:r>
            <a:br>
              <a:rPr lang="en-US" sz="4400" dirty="0"/>
            </a:br>
            <a:r>
              <a:rPr lang="en-US" sz="4400" dirty="0"/>
              <a:t>• To derive actionable business insights</a:t>
            </a:r>
          </a:p>
          <a:p>
            <a:pPr marL="0" indent="0">
              <a:buNone/>
            </a:pPr>
            <a:r>
              <a:rPr lang="en-US" sz="4400" dirty="0"/>
              <a:t>DATASET</a:t>
            </a:r>
          </a:p>
          <a:p>
            <a:pPr marL="0" indent="0">
              <a:buNone/>
            </a:pPr>
            <a:r>
              <a:rPr lang="en-US" sz="4400" dirty="0">
                <a:hlinkClick r:id="rId2"/>
              </a:rPr>
              <a:t>HR Analytics</a:t>
            </a:r>
            <a:endParaRPr lang="en-US" sz="4400" dirty="0"/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08534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9F2E-5AA0-E622-3105-932FA101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30709"/>
          </a:xfrm>
        </p:spPr>
        <p:txBody>
          <a:bodyPr/>
          <a:lstStyle/>
          <a:p>
            <a:r>
              <a:rPr lang="en-US" dirty="0"/>
              <a:t>KEY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FFFAD-C0B2-9D15-B40F-78BE01416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02824"/>
            <a:ext cx="11484076" cy="513145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1.Job Satisfaction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45CFA-A093-B596-A0FF-C15B4DDA8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8" y="1838633"/>
            <a:ext cx="4159044" cy="2155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DA71B4-F0B6-5719-2957-44E96040DBA3}"/>
              </a:ext>
            </a:extLst>
          </p:cNvPr>
          <p:cNvSpPr txBox="1"/>
          <p:nvPr/>
        </p:nvSpPr>
        <p:spPr>
          <a:xfrm>
            <a:off x="117988" y="4290265"/>
            <a:ext cx="119953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INSIGHTS:-</a:t>
            </a:r>
          </a:p>
          <a:p>
            <a:r>
              <a:rPr lang="en-US" b="1" dirty="0"/>
              <a:t>Low job satisfaction shows Higher Attrition Rate(22.84%)</a:t>
            </a:r>
          </a:p>
          <a:p>
            <a:r>
              <a:rPr lang="en-US" b="1" dirty="0"/>
              <a:t>High job satisfaction shows Lower Attrition Rate(11.33%)</a:t>
            </a:r>
          </a:p>
          <a:p>
            <a:r>
              <a:rPr lang="en-US" b="1" dirty="0">
                <a:highlight>
                  <a:srgbClr val="FF0000"/>
                </a:highlight>
              </a:rPr>
              <a:t>Recommendations:</a:t>
            </a:r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Manager training programs</a:t>
            </a:r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Workload balancing initiatives</a:t>
            </a:r>
          </a:p>
          <a:p>
            <a:endParaRPr lang="en-US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58696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85B7-752C-1A3E-254A-446FED8F0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071716"/>
          </a:xfrm>
        </p:spPr>
        <p:txBody>
          <a:bodyPr/>
          <a:lstStyle/>
          <a:p>
            <a:r>
              <a:rPr lang="en-US" dirty="0"/>
              <a:t>2.Department-Wise Attrition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DA432-A2D7-3981-58AD-E0787CB6CD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08" y="912254"/>
            <a:ext cx="6471421" cy="33655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67EDA6-DB10-A023-4AC9-03D8D52A2AF9}"/>
              </a:ext>
            </a:extLst>
          </p:cNvPr>
          <p:cNvSpPr txBox="1"/>
          <p:nvPr/>
        </p:nvSpPr>
        <p:spPr>
          <a:xfrm>
            <a:off x="521110" y="4404852"/>
            <a:ext cx="11670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highlight>
                  <a:srgbClr val="808080"/>
                </a:highlight>
              </a:rPr>
              <a:t>INSIGHTS:-</a:t>
            </a:r>
          </a:p>
          <a:p>
            <a:r>
              <a:rPr lang="en-US" dirty="0"/>
              <a:t>Sales department has the highest attrition rate(20.63%)with highest overtime frequency</a:t>
            </a:r>
          </a:p>
          <a:p>
            <a:r>
              <a:rPr lang="en-US" b="1" dirty="0">
                <a:highlight>
                  <a:srgbClr val="FFFF00"/>
                </a:highlight>
              </a:rPr>
              <a:t>Recommendations:-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Redesign Sales Incentives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Burnout through shift balancing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9317CF-BC4A-FB00-A2D5-8BFFC52C4CED}"/>
              </a:ext>
            </a:extLst>
          </p:cNvPr>
          <p:cNvSpPr txBox="1"/>
          <p:nvPr/>
        </p:nvSpPr>
        <p:spPr>
          <a:xfrm>
            <a:off x="0" y="5712544"/>
            <a:ext cx="11916697" cy="1022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A7F54BB-2383-E28B-4432-703FAB188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513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D2F7E-3DD4-7FCB-BCE1-983D6023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2" y="-37413"/>
            <a:ext cx="9497962" cy="1246781"/>
          </a:xfrm>
        </p:spPr>
        <p:txBody>
          <a:bodyPr/>
          <a:lstStyle/>
          <a:p>
            <a:r>
              <a:rPr lang="en-US" dirty="0"/>
              <a:t>3.Attrition Rate by Gender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48CF7-EEA3-505A-35C8-046356EA0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4" y="904568"/>
            <a:ext cx="11061291" cy="559455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Insights:-</a:t>
            </a:r>
          </a:p>
          <a:p>
            <a:r>
              <a:rPr lang="en-US" dirty="0"/>
              <a:t>Male employees exhibit slightly higher attrition compared to female employee suggesting potential differences in job satisfaction, workload, or role distribution.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24767-8CAE-25D8-067B-033386EE8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14" y="2684206"/>
            <a:ext cx="7172048" cy="22197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254519-ACC5-714A-35AF-F4D89AEB8F87}"/>
              </a:ext>
            </a:extLst>
          </p:cNvPr>
          <p:cNvSpPr txBox="1"/>
          <p:nvPr/>
        </p:nvSpPr>
        <p:spPr>
          <a:xfrm>
            <a:off x="0" y="4903922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Recommendations:-</a:t>
            </a:r>
          </a:p>
          <a:p>
            <a:r>
              <a:rPr lang="en-US" dirty="0"/>
              <a:t>Retention policies should avoid assumptions based on gender and instead rely on </a:t>
            </a:r>
            <a:r>
              <a:rPr lang="en-US" dirty="0" err="1"/>
              <a:t>behavioural</a:t>
            </a:r>
            <a:r>
              <a:rPr lang="en-US" dirty="0"/>
              <a:t> and performance metrics.</a:t>
            </a:r>
          </a:p>
        </p:txBody>
      </p:sp>
    </p:spTree>
    <p:extLst>
      <p:ext uri="{BB962C8B-B14F-4D97-AF65-F5344CB8AC3E}">
        <p14:creationId xmlns:p14="http://schemas.microsoft.com/office/powerpoint/2010/main" val="208844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78DA-829A-DBA3-543F-CA381336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4.OVERTIME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40252-D87C-BCD6-649D-915A56BF5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00FF00"/>
                </a:highlight>
              </a:rPr>
              <a:t>Insights:-</a:t>
            </a:r>
          </a:p>
          <a:p>
            <a:r>
              <a:rPr lang="en-US" dirty="0"/>
              <a:t>Employees working overtime exhibit significantly higher attrition rates, suggesting workload pressure as a major retention risk.</a:t>
            </a:r>
          </a:p>
          <a:p>
            <a:r>
              <a:rPr lang="en-US" b="1" dirty="0">
                <a:highlight>
                  <a:srgbClr val="FF0000"/>
                </a:highlight>
              </a:rPr>
              <a:t>Recommendations:-</a:t>
            </a:r>
          </a:p>
          <a:p>
            <a:r>
              <a:rPr lang="en-US" dirty="0"/>
              <a:t>Implement policies promoting work-life balance, including flexible scheduling and overtime control. Reducing sustained workload pressure may help mitigate voluntary turnover.”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92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23E9-8A40-BC68-0FC9-AB945B7DF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50510"/>
            <a:ext cx="11641394" cy="2641200"/>
          </a:xfrm>
        </p:spPr>
        <p:txBody>
          <a:bodyPr/>
          <a:lstStyle/>
          <a:p>
            <a:r>
              <a:rPr lang="en-US" dirty="0"/>
              <a:t>Business Travel as a Driver of Employee Attrition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42C25B-AFA9-1AD4-75ED-D68A5E5C9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595"/>
            <a:ext cx="4591666" cy="2517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7A0DBD-AFE9-2F5A-CF73-DE197455B892}"/>
              </a:ext>
            </a:extLst>
          </p:cNvPr>
          <p:cNvSpPr txBox="1"/>
          <p:nvPr/>
        </p:nvSpPr>
        <p:spPr>
          <a:xfrm>
            <a:off x="0" y="3429000"/>
            <a:ext cx="120740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INSIGHTS:-</a:t>
            </a:r>
          </a:p>
          <a:p>
            <a:r>
              <a:rPr lang="en-US" dirty="0"/>
              <a:t>Attrition rates increase consistently with business travel frequency. Employees who travel frequently show the highest attrition risk (24.91%), nearly three times that of non-travel employees (8.00%).</a:t>
            </a:r>
          </a:p>
          <a:p>
            <a:endParaRPr lang="en-US" dirty="0"/>
          </a:p>
          <a:p>
            <a:r>
              <a:rPr lang="en-US" dirty="0"/>
              <a:t>RECOMMENDATIONS:-</a:t>
            </a:r>
          </a:p>
          <a:p>
            <a:r>
              <a:rPr lang="en-US" dirty="0"/>
              <a:t>Employees with frequent travel assignments should be treated as a high attrition-risk segment. Travel load balancing and rotation strategies can help reduce turnover.</a:t>
            </a:r>
          </a:p>
        </p:txBody>
      </p:sp>
    </p:spTree>
    <p:extLst>
      <p:ext uri="{BB962C8B-B14F-4D97-AF65-F5344CB8AC3E}">
        <p14:creationId xmlns:p14="http://schemas.microsoft.com/office/powerpoint/2010/main" val="2835396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E97F-FAE7-15DD-2AB3-0AAFA0B24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 &amp; 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A047C-3A84-18F9-F04B-F6EBC0502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Employee attrition is primarily influenced by </a:t>
            </a:r>
            <a:r>
              <a:rPr lang="en-US" b="1" dirty="0"/>
              <a:t>workload-related factors</a:t>
            </a:r>
            <a:r>
              <a:rPr lang="en-US" dirty="0"/>
              <a:t> rather than demographics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Overtime</a:t>
            </a:r>
            <a:r>
              <a:rPr lang="en-US" dirty="0"/>
              <a:t> and </a:t>
            </a:r>
            <a:r>
              <a:rPr lang="en-US" b="1" dirty="0"/>
              <a:t>frequent travel</a:t>
            </a:r>
            <a:r>
              <a:rPr lang="en-US" dirty="0"/>
              <a:t> emerged as the most significant attrition drivers</a:t>
            </a:r>
            <a:br>
              <a:rPr lang="en-US" dirty="0"/>
            </a:br>
            <a:r>
              <a:rPr lang="en-US" dirty="0"/>
              <a:t>• Clear patterns indicate higher turnover risk under sustained work pressure</a:t>
            </a:r>
            <a:br>
              <a:rPr lang="en-US" dirty="0"/>
            </a:br>
            <a:r>
              <a:rPr lang="en-US" dirty="0"/>
              <a:t>• Data-backed insights highlight opportunities for targeted retention strategies</a:t>
            </a:r>
          </a:p>
          <a:p>
            <a:r>
              <a:rPr lang="en-US" b="1" dirty="0"/>
              <a:t>Overall Conclusion</a:t>
            </a:r>
          </a:p>
          <a:p>
            <a:r>
              <a:rPr lang="en-US" dirty="0"/>
              <a:t>Attrition is largely driven by employee work conditions and stress-related variables.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45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486D4B9-999B-CFEA-5DE4-736CDC983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79871" y="688258"/>
            <a:ext cx="9252155" cy="5555226"/>
          </a:xfrm>
        </p:spPr>
      </p:pic>
    </p:spTree>
    <p:extLst>
      <p:ext uri="{BB962C8B-B14F-4D97-AF65-F5344CB8AC3E}">
        <p14:creationId xmlns:p14="http://schemas.microsoft.com/office/powerpoint/2010/main" val="2920005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266</TotalTime>
  <Words>367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2013 - 2022 Theme</vt:lpstr>
      <vt:lpstr>Employee attrition Analysis Using excel</vt:lpstr>
      <vt:lpstr>Problem Statement</vt:lpstr>
      <vt:lpstr>Objectives</vt:lpstr>
      <vt:lpstr>KEY ANALYTICS</vt:lpstr>
      <vt:lpstr>2.Department-Wise Attrition</vt:lpstr>
      <vt:lpstr>3.Attrition Rate by Gender</vt:lpstr>
      <vt:lpstr>4.OVERTIME ANALYSIS</vt:lpstr>
      <vt:lpstr>Business Travel as a Driver of Employee Attrition</vt:lpstr>
      <vt:lpstr>Summary &amp;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Amandeep Kaur</dc:creator>
  <cp:lastModifiedBy>Amandeep Kaur</cp:lastModifiedBy>
  <cp:revision>3</cp:revision>
  <dcterms:created xsi:type="dcterms:W3CDTF">2026-02-21T08:54:22Z</dcterms:created>
  <dcterms:modified xsi:type="dcterms:W3CDTF">2026-02-22T12:33:43Z</dcterms:modified>
</cp:coreProperties>
</file>